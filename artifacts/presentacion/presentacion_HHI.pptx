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6" r:id="rId12"/>
    <p:sldId id="274" r:id="rId13"/>
    <p:sldId id="265" r:id="rId14"/>
    <p:sldId id="267" r:id="rId15"/>
    <p:sldId id="272" r:id="rId16"/>
    <p:sldId id="268" r:id="rId17"/>
    <p:sldId id="275" r:id="rId18"/>
    <p:sldId id="276" r:id="rId19"/>
    <p:sldId id="269" r:id="rId20"/>
    <p:sldId id="270" r:id="rId21"/>
    <p:sldId id="271" r:id="rId2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0" d="100"/>
          <a:sy n="60" d="100"/>
        </p:scale>
        <p:origin x="42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 Villamil" userId="7f1d5a2d04cd23c6" providerId="LiveId" clId="{5558CAA4-8293-46B0-B41B-9C986AAC7EC2}"/>
    <pc:docChg chg="undo custSel addSld modSld sldOrd">
      <pc:chgData name="Lizeth Villamil" userId="7f1d5a2d04cd23c6" providerId="LiveId" clId="{5558CAA4-8293-46B0-B41B-9C986AAC7EC2}" dt="2026-05-29T00:21:07.759" v="649" actId="20577"/>
      <pc:docMkLst>
        <pc:docMk/>
      </pc:docMkLst>
      <pc:sldChg chg="addSp modSp mod">
        <pc:chgData name="Lizeth Villamil" userId="7f1d5a2d04cd23c6" providerId="LiveId" clId="{5558CAA4-8293-46B0-B41B-9C986AAC7EC2}" dt="2026-05-28T03:23:01.421" v="18" actId="14100"/>
        <pc:sldMkLst>
          <pc:docMk/>
          <pc:sldMk cId="0" sldId="259"/>
        </pc:sldMkLst>
        <pc:picChg chg="mod modCrop">
          <ac:chgData name="Lizeth Villamil" userId="7f1d5a2d04cd23c6" providerId="LiveId" clId="{5558CAA4-8293-46B0-B41B-9C986AAC7EC2}" dt="2026-05-28T03:22:35.409" v="12" actId="14100"/>
          <ac:picMkLst>
            <pc:docMk/>
            <pc:sldMk cId="0" sldId="259"/>
            <ac:picMk id="2" creationId="{00000000-0000-0000-0000-000000000000}"/>
          </ac:picMkLst>
        </pc:picChg>
        <pc:picChg chg="add mod modCrop">
          <ac:chgData name="Lizeth Villamil" userId="7f1d5a2d04cd23c6" providerId="LiveId" clId="{5558CAA4-8293-46B0-B41B-9C986AAC7EC2}" dt="2026-05-28T03:22:38.872" v="13" actId="1076"/>
          <ac:picMkLst>
            <pc:docMk/>
            <pc:sldMk cId="0" sldId="259"/>
            <ac:picMk id="3" creationId="{77E01794-613B-409A-9BAF-BE68A2994FD5}"/>
          </ac:picMkLst>
        </pc:picChg>
        <pc:picChg chg="add mod modCrop">
          <ac:chgData name="Lizeth Villamil" userId="7f1d5a2d04cd23c6" providerId="LiveId" clId="{5558CAA4-8293-46B0-B41B-9C986AAC7EC2}" dt="2026-05-28T03:23:01.421" v="18" actId="14100"/>
          <ac:picMkLst>
            <pc:docMk/>
            <pc:sldMk cId="0" sldId="259"/>
            <ac:picMk id="4" creationId="{7BC56EAF-B429-40D0-BFE9-41CFF7538B49}"/>
          </ac:picMkLst>
        </pc:picChg>
      </pc:sldChg>
      <pc:sldChg chg="ord">
        <pc:chgData name="Lizeth Villamil" userId="7f1d5a2d04cd23c6" providerId="LiveId" clId="{5558CAA4-8293-46B0-B41B-9C986AAC7EC2}" dt="2026-05-29T00:20:05.176" v="631"/>
        <pc:sldMkLst>
          <pc:docMk/>
          <pc:sldMk cId="0" sldId="265"/>
        </pc:sldMkLst>
      </pc:sldChg>
      <pc:sldChg chg="addSp delSp modSp mod">
        <pc:chgData name="Lizeth Villamil" userId="7f1d5a2d04cd23c6" providerId="LiveId" clId="{5558CAA4-8293-46B0-B41B-9C986AAC7EC2}" dt="2026-05-29T00:15:40.677" v="602" actId="478"/>
        <pc:sldMkLst>
          <pc:docMk/>
          <pc:sldMk cId="0" sldId="267"/>
        </pc:sldMkLst>
        <pc:spChg chg="add mod">
          <ac:chgData name="Lizeth Villamil" userId="7f1d5a2d04cd23c6" providerId="LiveId" clId="{5558CAA4-8293-46B0-B41B-9C986AAC7EC2}" dt="2026-05-29T00:15:39.401" v="601" actId="1076"/>
          <ac:spMkLst>
            <pc:docMk/>
            <pc:sldMk cId="0" sldId="267"/>
            <ac:spMk id="5" creationId="{7C4F5630-2146-4C28-8030-7107588734AF}"/>
          </ac:spMkLst>
        </pc:spChg>
        <pc:picChg chg="mod modCrop">
          <ac:chgData name="Lizeth Villamil" userId="7f1d5a2d04cd23c6" providerId="LiveId" clId="{5558CAA4-8293-46B0-B41B-9C986AAC7EC2}" dt="2026-05-29T00:13:49.730" v="500" actId="732"/>
          <ac:picMkLst>
            <pc:docMk/>
            <pc:sldMk cId="0" sldId="267"/>
            <ac:picMk id="2" creationId="{00000000-0000-0000-0000-000000000000}"/>
          </ac:picMkLst>
        </pc:picChg>
        <pc:picChg chg="add mod modCrop">
          <ac:chgData name="Lizeth Villamil" userId="7f1d5a2d04cd23c6" providerId="LiveId" clId="{5558CAA4-8293-46B0-B41B-9C986AAC7EC2}" dt="2026-05-29T00:13:59.219" v="502" actId="732"/>
          <ac:picMkLst>
            <pc:docMk/>
            <pc:sldMk cId="0" sldId="267"/>
            <ac:picMk id="3" creationId="{09199F00-52E5-405D-8E09-B6B387E44DB2}"/>
          </ac:picMkLst>
        </pc:picChg>
        <pc:picChg chg="add del mod">
          <ac:chgData name="Lizeth Villamil" userId="7f1d5a2d04cd23c6" providerId="LiveId" clId="{5558CAA4-8293-46B0-B41B-9C986AAC7EC2}" dt="2026-05-29T00:15:40.677" v="602" actId="478"/>
          <ac:picMkLst>
            <pc:docMk/>
            <pc:sldMk cId="0" sldId="267"/>
            <ac:picMk id="4" creationId="{90B14476-9DDA-4E11-AB78-2BFD808328E3}"/>
          </ac:picMkLst>
        </pc:picChg>
      </pc:sldChg>
      <pc:sldChg chg="addSp delSp modSp mod">
        <pc:chgData name="Lizeth Villamil" userId="7f1d5a2d04cd23c6" providerId="LiveId" clId="{5558CAA4-8293-46B0-B41B-9C986AAC7EC2}" dt="2026-05-28T03:29:03.310" v="40" actId="1076"/>
        <pc:sldMkLst>
          <pc:docMk/>
          <pc:sldMk cId="0" sldId="269"/>
        </pc:sldMkLst>
        <pc:spChg chg="add del mod">
          <ac:chgData name="Lizeth Villamil" userId="7f1d5a2d04cd23c6" providerId="LiveId" clId="{5558CAA4-8293-46B0-B41B-9C986AAC7EC2}" dt="2026-05-28T03:26:20.897" v="22" actId="478"/>
          <ac:spMkLst>
            <pc:docMk/>
            <pc:sldMk cId="0" sldId="269"/>
            <ac:spMk id="3" creationId="{EA3DE743-9124-4EAF-812C-B58412ED99E3}"/>
          </ac:spMkLst>
        </pc:spChg>
        <pc:picChg chg="del">
          <ac:chgData name="Lizeth Villamil" userId="7f1d5a2d04cd23c6" providerId="LiveId" clId="{5558CAA4-8293-46B0-B41B-9C986AAC7EC2}" dt="2026-05-28T03:26:15.727" v="19" actId="478"/>
          <ac:picMkLst>
            <pc:docMk/>
            <pc:sldMk cId="0" sldId="269"/>
            <ac:picMk id="2" creationId="{00000000-0000-0000-0000-000000000000}"/>
          </ac:picMkLst>
        </pc:picChg>
        <pc:picChg chg="add mod modCrop">
          <ac:chgData name="Lizeth Villamil" userId="7f1d5a2d04cd23c6" providerId="LiveId" clId="{5558CAA4-8293-46B0-B41B-9C986AAC7EC2}" dt="2026-05-28T03:29:03.310" v="40" actId="1076"/>
          <ac:picMkLst>
            <pc:docMk/>
            <pc:sldMk cId="0" sldId="269"/>
            <ac:picMk id="5" creationId="{E3C696CC-17FD-4CD4-87F7-BEE1121887DA}"/>
          </ac:picMkLst>
        </pc:picChg>
        <pc:picChg chg="add mod">
          <ac:chgData name="Lizeth Villamil" userId="7f1d5a2d04cd23c6" providerId="LiveId" clId="{5558CAA4-8293-46B0-B41B-9C986AAC7EC2}" dt="2026-05-28T03:28:38.590" v="35" actId="14100"/>
          <ac:picMkLst>
            <pc:docMk/>
            <pc:sldMk cId="0" sldId="269"/>
            <ac:picMk id="7" creationId="{F9F96465-9EF9-4669-A9CC-CD628CB4634E}"/>
          </ac:picMkLst>
        </pc:picChg>
      </pc:sldChg>
      <pc:sldChg chg="addSp modSp mod">
        <pc:chgData name="Lizeth Villamil" userId="7f1d5a2d04cd23c6" providerId="LiveId" clId="{5558CAA4-8293-46B0-B41B-9C986AAC7EC2}" dt="2026-05-28T03:55:23.375" v="479" actId="20577"/>
        <pc:sldMkLst>
          <pc:docMk/>
          <pc:sldMk cId="0" sldId="270"/>
        </pc:sldMkLst>
        <pc:spChg chg="add mod">
          <ac:chgData name="Lizeth Villamil" userId="7f1d5a2d04cd23c6" providerId="LiveId" clId="{5558CAA4-8293-46B0-B41B-9C986AAC7EC2}" dt="2026-05-28T03:47:21.093" v="67" actId="14100"/>
          <ac:spMkLst>
            <pc:docMk/>
            <pc:sldMk cId="0" sldId="270"/>
            <ac:spMk id="3" creationId="{07D11CAA-0497-41CD-9799-213A537A7AC0}"/>
          </ac:spMkLst>
        </pc:spChg>
        <pc:spChg chg="add mod">
          <ac:chgData name="Lizeth Villamil" userId="7f1d5a2d04cd23c6" providerId="LiveId" clId="{5558CAA4-8293-46B0-B41B-9C986AAC7EC2}" dt="2026-05-28T03:49:32.444" v="107" actId="14100"/>
          <ac:spMkLst>
            <pc:docMk/>
            <pc:sldMk cId="0" sldId="270"/>
            <ac:spMk id="5" creationId="{995B9B52-C301-493D-9FD4-D167864A8C86}"/>
          </ac:spMkLst>
        </pc:spChg>
        <pc:spChg chg="add mod">
          <ac:chgData name="Lizeth Villamil" userId="7f1d5a2d04cd23c6" providerId="LiveId" clId="{5558CAA4-8293-46B0-B41B-9C986AAC7EC2}" dt="2026-05-28T03:49:25.334" v="106" actId="14100"/>
          <ac:spMkLst>
            <pc:docMk/>
            <pc:sldMk cId="0" sldId="270"/>
            <ac:spMk id="6" creationId="{BF65BD16-86E7-4052-87B6-36BC4DD5D436}"/>
          </ac:spMkLst>
        </pc:spChg>
        <pc:spChg chg="add mod">
          <ac:chgData name="Lizeth Villamil" userId="7f1d5a2d04cd23c6" providerId="LiveId" clId="{5558CAA4-8293-46B0-B41B-9C986AAC7EC2}" dt="2026-05-28T03:51:40.949" v="325" actId="207"/>
          <ac:spMkLst>
            <pc:docMk/>
            <pc:sldMk cId="0" sldId="270"/>
            <ac:spMk id="7" creationId="{BB2FA994-6550-436E-8DAC-7FAB36EF73AB}"/>
          </ac:spMkLst>
        </pc:spChg>
        <pc:spChg chg="add mod">
          <ac:chgData name="Lizeth Villamil" userId="7f1d5a2d04cd23c6" providerId="LiveId" clId="{5558CAA4-8293-46B0-B41B-9C986AAC7EC2}" dt="2026-05-28T03:52:42.234" v="326" actId="108"/>
          <ac:spMkLst>
            <pc:docMk/>
            <pc:sldMk cId="0" sldId="270"/>
            <ac:spMk id="8" creationId="{DD1226A9-D5DE-495C-AFF2-E36F21A8CDFC}"/>
          </ac:spMkLst>
        </pc:spChg>
        <pc:spChg chg="add mod">
          <ac:chgData name="Lizeth Villamil" userId="7f1d5a2d04cd23c6" providerId="LiveId" clId="{5558CAA4-8293-46B0-B41B-9C986AAC7EC2}" dt="2026-05-28T03:52:51.574" v="327" actId="108"/>
          <ac:spMkLst>
            <pc:docMk/>
            <pc:sldMk cId="0" sldId="270"/>
            <ac:spMk id="9" creationId="{B42CE66D-8BC2-4801-877B-65A51544FE40}"/>
          </ac:spMkLst>
        </pc:spChg>
        <pc:spChg chg="add mod">
          <ac:chgData name="Lizeth Villamil" userId="7f1d5a2d04cd23c6" providerId="LiveId" clId="{5558CAA4-8293-46B0-B41B-9C986AAC7EC2}" dt="2026-05-28T03:54:39.655" v="427" actId="20577"/>
          <ac:spMkLst>
            <pc:docMk/>
            <pc:sldMk cId="0" sldId="270"/>
            <ac:spMk id="10" creationId="{EE583C3B-C984-4C8E-B9B7-ABA859E6AF66}"/>
          </ac:spMkLst>
        </pc:spChg>
        <pc:spChg chg="add mod">
          <ac:chgData name="Lizeth Villamil" userId="7f1d5a2d04cd23c6" providerId="LiveId" clId="{5558CAA4-8293-46B0-B41B-9C986AAC7EC2}" dt="2026-05-28T03:53:16.621" v="329"/>
          <ac:spMkLst>
            <pc:docMk/>
            <pc:sldMk cId="0" sldId="270"/>
            <ac:spMk id="11" creationId="{71145664-0B8E-45F9-9511-FF5433E8E8E2}"/>
          </ac:spMkLst>
        </pc:spChg>
        <pc:spChg chg="add mod">
          <ac:chgData name="Lizeth Villamil" userId="7f1d5a2d04cd23c6" providerId="LiveId" clId="{5558CAA4-8293-46B0-B41B-9C986AAC7EC2}" dt="2026-05-28T03:55:23.375" v="479" actId="20577"/>
          <ac:spMkLst>
            <pc:docMk/>
            <pc:sldMk cId="0" sldId="270"/>
            <ac:spMk id="12" creationId="{62DEA497-93B2-4113-852A-A01B6B6250C2}"/>
          </ac:spMkLst>
        </pc:spChg>
        <pc:picChg chg="mod modCrop">
          <ac:chgData name="Lizeth Villamil" userId="7f1d5a2d04cd23c6" providerId="LiveId" clId="{5558CAA4-8293-46B0-B41B-9C986AAC7EC2}" dt="2026-05-28T03:43:39.429" v="43" actId="732"/>
          <ac:picMkLst>
            <pc:docMk/>
            <pc:sldMk cId="0" sldId="270"/>
            <ac:picMk id="2" creationId="{00000000-0000-0000-0000-000000000000}"/>
          </ac:picMkLst>
        </pc:picChg>
        <pc:picChg chg="add mod modCrop">
          <ac:chgData name="Lizeth Villamil" userId="7f1d5a2d04cd23c6" providerId="LiveId" clId="{5558CAA4-8293-46B0-B41B-9C986AAC7EC2}" dt="2026-05-28T03:47:10.960" v="66" actId="732"/>
          <ac:picMkLst>
            <pc:docMk/>
            <pc:sldMk cId="0" sldId="270"/>
            <ac:picMk id="4" creationId="{44D8BDF3-E775-48A1-B868-A19D920B9556}"/>
          </ac:picMkLst>
        </pc:picChg>
      </pc:sldChg>
      <pc:sldChg chg="addSp modSp new mod ord">
        <pc:chgData name="Lizeth Villamil" userId="7f1d5a2d04cd23c6" providerId="LiveId" clId="{5558CAA4-8293-46B0-B41B-9C986AAC7EC2}" dt="2026-05-29T00:16:23.123" v="606"/>
        <pc:sldMkLst>
          <pc:docMk/>
          <pc:sldMk cId="3504421667" sldId="272"/>
        </pc:sldMkLst>
        <pc:spChg chg="add mod">
          <ac:chgData name="Lizeth Villamil" userId="7f1d5a2d04cd23c6" providerId="LiveId" clId="{5558CAA4-8293-46B0-B41B-9C986AAC7EC2}" dt="2026-05-29T00:12:49.647" v="497" actId="1076"/>
          <ac:spMkLst>
            <pc:docMk/>
            <pc:sldMk cId="3504421667" sldId="272"/>
            <ac:spMk id="3" creationId="{E5A0B87B-B07F-4066-BA49-18F715E8EF5D}"/>
          </ac:spMkLst>
        </pc:spChg>
        <pc:graphicFrameChg chg="add mod modGraphic">
          <ac:chgData name="Lizeth Villamil" userId="7f1d5a2d04cd23c6" providerId="LiveId" clId="{5558CAA4-8293-46B0-B41B-9C986AAC7EC2}" dt="2026-05-29T00:12:46.010" v="496" actId="1076"/>
          <ac:graphicFrameMkLst>
            <pc:docMk/>
            <pc:sldMk cId="3504421667" sldId="272"/>
            <ac:graphicFrameMk id="2" creationId="{4D85A59F-E8A6-4669-96F0-3476E634BEF0}"/>
          </ac:graphicFrameMkLst>
        </pc:graphicFrameChg>
        <pc:picChg chg="add mod modCrop">
          <ac:chgData name="Lizeth Villamil" userId="7f1d5a2d04cd23c6" providerId="LiveId" clId="{5558CAA4-8293-46B0-B41B-9C986AAC7EC2}" dt="2026-05-29T00:13:32.087" v="499" actId="732"/>
          <ac:picMkLst>
            <pc:docMk/>
            <pc:sldMk cId="3504421667" sldId="272"/>
            <ac:picMk id="4" creationId="{32CE127D-B440-4853-8B0F-F82DF8DB5ACA}"/>
          </ac:picMkLst>
        </pc:picChg>
      </pc:sldChg>
      <pc:sldChg chg="addSp modSp new mod ord">
        <pc:chgData name="Lizeth Villamil" userId="7f1d5a2d04cd23c6" providerId="LiveId" clId="{5558CAA4-8293-46B0-B41B-9C986AAC7EC2}" dt="2026-05-29T00:18:08.241" v="618" actId="122"/>
        <pc:sldMkLst>
          <pc:docMk/>
          <pc:sldMk cId="3798926909" sldId="273"/>
        </pc:sldMkLst>
        <pc:spChg chg="add mod">
          <ac:chgData name="Lizeth Villamil" userId="7f1d5a2d04cd23c6" providerId="LiveId" clId="{5558CAA4-8293-46B0-B41B-9C986AAC7EC2}" dt="2026-05-29T00:17:55.097" v="615" actId="255"/>
          <ac:spMkLst>
            <pc:docMk/>
            <pc:sldMk cId="3798926909" sldId="273"/>
            <ac:spMk id="3" creationId="{34DA6A72-EC95-4915-B86E-01B11EDA4EFA}"/>
          </ac:spMkLst>
        </pc:spChg>
        <pc:graphicFrameChg chg="add mod modGraphic">
          <ac:chgData name="Lizeth Villamil" userId="7f1d5a2d04cd23c6" providerId="LiveId" clId="{5558CAA4-8293-46B0-B41B-9C986AAC7EC2}" dt="2026-05-29T00:18:08.241" v="618" actId="122"/>
          <ac:graphicFrameMkLst>
            <pc:docMk/>
            <pc:sldMk cId="3798926909" sldId="273"/>
            <ac:graphicFrameMk id="2" creationId="{5AEC5831-A7F2-4DD3-B6D3-493D68F99A48}"/>
          </ac:graphicFrameMkLst>
        </pc:graphicFrameChg>
      </pc:sldChg>
      <pc:sldChg chg="addSp delSp modSp new mod">
        <pc:chgData name="Lizeth Villamil" userId="7f1d5a2d04cd23c6" providerId="LiveId" clId="{5558CAA4-8293-46B0-B41B-9C986AAC7EC2}" dt="2026-05-29T00:19:30.259" v="629" actId="20577"/>
        <pc:sldMkLst>
          <pc:docMk/>
          <pc:sldMk cId="2933650882" sldId="274"/>
        </pc:sldMkLst>
        <pc:spChg chg="add del">
          <ac:chgData name="Lizeth Villamil" userId="7f1d5a2d04cd23c6" providerId="LiveId" clId="{5558CAA4-8293-46B0-B41B-9C986AAC7EC2}" dt="2026-05-29T00:19:21.204" v="625" actId="22"/>
          <ac:spMkLst>
            <pc:docMk/>
            <pc:sldMk cId="2933650882" sldId="274"/>
            <ac:spMk id="4" creationId="{F02A217C-AC43-4CB2-AEAE-7518F194B777}"/>
          </ac:spMkLst>
        </pc:spChg>
        <pc:spChg chg="add mod">
          <ac:chgData name="Lizeth Villamil" userId="7f1d5a2d04cd23c6" providerId="LiveId" clId="{5558CAA4-8293-46B0-B41B-9C986AAC7EC2}" dt="2026-05-29T00:19:30.259" v="629" actId="20577"/>
          <ac:spMkLst>
            <pc:docMk/>
            <pc:sldMk cId="2933650882" sldId="274"/>
            <ac:spMk id="5" creationId="{9B70885F-050E-4122-AD67-67578EE24242}"/>
          </ac:spMkLst>
        </pc:spChg>
        <pc:graphicFrameChg chg="add mod modGraphic">
          <ac:chgData name="Lizeth Villamil" userId="7f1d5a2d04cd23c6" providerId="LiveId" clId="{5558CAA4-8293-46B0-B41B-9C986AAC7EC2}" dt="2026-05-29T00:19:03.987" v="623" actId="122"/>
          <ac:graphicFrameMkLst>
            <pc:docMk/>
            <pc:sldMk cId="2933650882" sldId="274"/>
            <ac:graphicFrameMk id="2" creationId="{30AC3423-9BB7-4A93-A625-B56DDDBDED60}"/>
          </ac:graphicFrameMkLst>
        </pc:graphicFrameChg>
      </pc:sldChg>
      <pc:sldChg chg="addSp modSp new mod">
        <pc:chgData name="Lizeth Villamil" userId="7f1d5a2d04cd23c6" providerId="LiveId" clId="{5558CAA4-8293-46B0-B41B-9C986AAC7EC2}" dt="2026-05-29T00:20:36.004" v="641" actId="20577"/>
        <pc:sldMkLst>
          <pc:docMk/>
          <pc:sldMk cId="1873475626" sldId="275"/>
        </pc:sldMkLst>
        <pc:spChg chg="add mod">
          <ac:chgData name="Lizeth Villamil" userId="7f1d5a2d04cd23c6" providerId="LiveId" clId="{5558CAA4-8293-46B0-B41B-9C986AAC7EC2}" dt="2026-05-29T00:20:36.004" v="641" actId="20577"/>
          <ac:spMkLst>
            <pc:docMk/>
            <pc:sldMk cId="1873475626" sldId="275"/>
            <ac:spMk id="3" creationId="{BF7D0E2F-DD50-4F49-8C83-C90403A592AC}"/>
          </ac:spMkLst>
        </pc:spChg>
        <pc:graphicFrameChg chg="add mod modGraphic">
          <ac:chgData name="Lizeth Villamil" userId="7f1d5a2d04cd23c6" providerId="LiveId" clId="{5558CAA4-8293-46B0-B41B-9C986AAC7EC2}" dt="2026-05-29T00:20:29.404" v="637" actId="122"/>
          <ac:graphicFrameMkLst>
            <pc:docMk/>
            <pc:sldMk cId="1873475626" sldId="275"/>
            <ac:graphicFrameMk id="2" creationId="{854A17A6-3E36-402B-85C2-F16BD91C0AD7}"/>
          </ac:graphicFrameMkLst>
        </pc:graphicFrameChg>
      </pc:sldChg>
      <pc:sldChg chg="addSp modSp new mod">
        <pc:chgData name="Lizeth Villamil" userId="7f1d5a2d04cd23c6" providerId="LiveId" clId="{5558CAA4-8293-46B0-B41B-9C986AAC7EC2}" dt="2026-05-29T00:21:07.759" v="649" actId="20577"/>
        <pc:sldMkLst>
          <pc:docMk/>
          <pc:sldMk cId="4180006504" sldId="276"/>
        </pc:sldMkLst>
        <pc:spChg chg="add mod">
          <ac:chgData name="Lizeth Villamil" userId="7f1d5a2d04cd23c6" providerId="LiveId" clId="{5558CAA4-8293-46B0-B41B-9C986AAC7EC2}" dt="2026-05-29T00:21:07.759" v="649" actId="20577"/>
          <ac:spMkLst>
            <pc:docMk/>
            <pc:sldMk cId="4180006504" sldId="276"/>
            <ac:spMk id="3" creationId="{DDDA3B3D-E6ED-4F69-9618-7C7A9A7DBE8D}"/>
          </ac:spMkLst>
        </pc:spChg>
        <pc:graphicFrameChg chg="add mod modGraphic">
          <ac:chgData name="Lizeth Villamil" userId="7f1d5a2d04cd23c6" providerId="LiveId" clId="{5558CAA4-8293-46B0-B41B-9C986AAC7EC2}" dt="2026-05-29T00:21:00.816" v="645" actId="255"/>
          <ac:graphicFrameMkLst>
            <pc:docMk/>
            <pc:sldMk cId="4180006504" sldId="276"/>
            <ac:graphicFrameMk id="2" creationId="{34CE5FE3-52B9-45B4-A0D6-B625223417A3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 rotWithShape="1">
          <a:blip r:embed="rId2"/>
          <a:srcRect b="71903"/>
          <a:stretch/>
        </p:blipFill>
        <p:spPr>
          <a:xfrm>
            <a:off x="0" y="-95692"/>
            <a:ext cx="14630400" cy="2300514"/>
          </a:xfrm>
          <a:prstGeom prst="rect">
            <a:avLst/>
          </a:prstGeom>
        </p:spPr>
      </p:pic>
      <p:pic>
        <p:nvPicPr>
          <p:cNvPr id="3" name="Picture 1" descr="slide_04.png">
            <a:extLst>
              <a:ext uri="{FF2B5EF4-FFF2-40B4-BE49-F238E27FC236}">
                <a16:creationId xmlns:a16="http://schemas.microsoft.com/office/drawing/2014/main" id="{77E01794-613B-409A-9BAF-BE68A2994F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206" r="12140" b="25926"/>
          <a:stretch/>
        </p:blipFill>
        <p:spPr>
          <a:xfrm>
            <a:off x="813391" y="2753832"/>
            <a:ext cx="13003618" cy="3402419"/>
          </a:xfrm>
          <a:prstGeom prst="rect">
            <a:avLst/>
          </a:prstGeom>
        </p:spPr>
      </p:pic>
      <p:pic>
        <p:nvPicPr>
          <p:cNvPr id="4" name="Picture 1" descr="slide_04.png">
            <a:extLst>
              <a:ext uri="{FF2B5EF4-FFF2-40B4-BE49-F238E27FC236}">
                <a16:creationId xmlns:a16="http://schemas.microsoft.com/office/drawing/2014/main" id="{7BC56EAF-B429-40D0-BFE9-41CFF7538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204"/>
          <a:stretch/>
        </p:blipFill>
        <p:spPr>
          <a:xfrm>
            <a:off x="340241" y="6581552"/>
            <a:ext cx="14290159" cy="1648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5AEC5831-A7F2-4DD3-B6D3-493D68F99A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482611"/>
              </p:ext>
            </p:extLst>
          </p:nvPr>
        </p:nvGraphicFramePr>
        <p:xfrm>
          <a:off x="531628" y="1190846"/>
          <a:ext cx="13492716" cy="623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0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7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389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35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30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 dirty="0" err="1"/>
                        <a:t>Año</a:t>
                      </a:r>
                      <a:endParaRPr sz="1500" dirty="0"/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HHI Promedio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Municipios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Contratos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Inversión Total (COP)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Proveedores Únicos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1,032.22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1'083,791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$100.82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528,485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1,278.64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1'182,159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$133.47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573,430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874.51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1'127,055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$100.41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533,552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995.07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1'283,497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$134.42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592,724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1,090.20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1'092,707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$166.48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579,145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1,180.11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960,198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$113.41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508,861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838.26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954,524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$106.93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521,362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1,094.99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1'041,632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$155.18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554,176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06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1,175.71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503,992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$50.51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436,791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TextBox 1">
            <a:extLst>
              <a:ext uri="{FF2B5EF4-FFF2-40B4-BE49-F238E27FC236}">
                <a16:creationId xmlns:a16="http://schemas.microsoft.com/office/drawing/2014/main" id="{34DA6A72-EC95-4915-B86E-01B11EDA4EFA}"/>
              </a:ext>
            </a:extLst>
          </p:cNvPr>
          <p:cNvSpPr txBox="1"/>
          <p:nvPr/>
        </p:nvSpPr>
        <p:spPr>
          <a:xfrm>
            <a:off x="457200" y="377187"/>
            <a:ext cx="112772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Helvetica"/>
              </a:defRPr>
            </a:pPr>
            <a:r>
              <a:rPr sz="3000" dirty="0" err="1"/>
              <a:t>Evolución</a:t>
            </a:r>
            <a:r>
              <a:rPr sz="3000" dirty="0"/>
              <a:t> del HHI </a:t>
            </a:r>
            <a:r>
              <a:rPr sz="3000" dirty="0" err="1"/>
              <a:t>Promedio</a:t>
            </a:r>
            <a:r>
              <a:rPr sz="3000" dirty="0"/>
              <a:t> Nacional General</a:t>
            </a:r>
          </a:p>
        </p:txBody>
      </p:sp>
    </p:spTree>
    <p:extLst>
      <p:ext uri="{BB962C8B-B14F-4D97-AF65-F5344CB8AC3E}">
        <p14:creationId xmlns:p14="http://schemas.microsoft.com/office/powerpoint/2010/main" val="3798926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0AC3423-9BB7-4A93-A625-B56DDDBDE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449476"/>
              </p:ext>
            </p:extLst>
          </p:nvPr>
        </p:nvGraphicFramePr>
        <p:xfrm>
          <a:off x="457200" y="1188720"/>
          <a:ext cx="13673469" cy="621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3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6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76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6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9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005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115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Año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HHI Promedio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Municipios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Contratos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Inversión Total (COP)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Proveedores Únicos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470.86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1'072,950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$28.89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524,569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559.27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1'170,340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$36.07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569,179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368.44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1'115,780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$26.68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530,597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442.36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1'270,660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$35.14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589,232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463.02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1'081,780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$35.78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575,207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616.73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950,610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$37.33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505,568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537.33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944,978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$36.87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518,775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577.51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1'031,220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$47.05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551,551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115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693.72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498,952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$17.77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434,378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1">
            <a:extLst>
              <a:ext uri="{FF2B5EF4-FFF2-40B4-BE49-F238E27FC236}">
                <a16:creationId xmlns:a16="http://schemas.microsoft.com/office/drawing/2014/main" id="{9B70885F-050E-4122-AD67-67578EE24242}"/>
              </a:ext>
            </a:extLst>
          </p:cNvPr>
          <p:cNvSpPr txBox="1"/>
          <p:nvPr/>
        </p:nvSpPr>
        <p:spPr>
          <a:xfrm>
            <a:off x="457200" y="365760"/>
            <a:ext cx="1127729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9488"/>
                </a:solidFill>
                <a:latin typeface="Helvetica"/>
              </a:defRPr>
            </a:pPr>
            <a:r>
              <a:rPr dirty="0"/>
              <a:t>HHI </a:t>
            </a:r>
            <a:r>
              <a:rPr dirty="0" err="1"/>
              <a:t>Promedio</a:t>
            </a:r>
            <a:r>
              <a:rPr dirty="0"/>
              <a:t> Nacional SIN ATÍPICOS (</a:t>
            </a:r>
            <a:r>
              <a:rPr dirty="0" err="1"/>
              <a:t>Excluye</a:t>
            </a:r>
            <a:r>
              <a:rPr dirty="0"/>
              <a:t> Top 1%)</a:t>
            </a:r>
          </a:p>
        </p:txBody>
      </p:sp>
    </p:spTree>
    <p:extLst>
      <p:ext uri="{BB962C8B-B14F-4D97-AF65-F5344CB8AC3E}">
        <p14:creationId xmlns:p14="http://schemas.microsoft.com/office/powerpoint/2010/main" val="2933650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2.png"/>
          <p:cNvPicPr>
            <a:picLocks noChangeAspect="1"/>
          </p:cNvPicPr>
          <p:nvPr/>
        </p:nvPicPr>
        <p:blipFill rotWithShape="1">
          <a:blip r:embed="rId2"/>
          <a:srcRect t="32300"/>
          <a:stretch/>
        </p:blipFill>
        <p:spPr>
          <a:xfrm>
            <a:off x="0" y="2658140"/>
            <a:ext cx="14630400" cy="5571460"/>
          </a:xfrm>
          <a:prstGeom prst="rect">
            <a:avLst/>
          </a:prstGeom>
        </p:spPr>
      </p:pic>
      <p:pic>
        <p:nvPicPr>
          <p:cNvPr id="3" name="Picture 1" descr="slide_12.png">
            <a:extLst>
              <a:ext uri="{FF2B5EF4-FFF2-40B4-BE49-F238E27FC236}">
                <a16:creationId xmlns:a16="http://schemas.microsoft.com/office/drawing/2014/main" id="{09199F00-52E5-405D-8E09-B6B387E44DB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6563"/>
          <a:stretch/>
        </p:blipFill>
        <p:spPr>
          <a:xfrm>
            <a:off x="0" y="0"/>
            <a:ext cx="14630400" cy="110578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C4F5630-2146-4C28-8030-7107588734AF}"/>
              </a:ext>
            </a:extLst>
          </p:cNvPr>
          <p:cNvSpPr txBox="1"/>
          <p:nvPr/>
        </p:nvSpPr>
        <p:spPr>
          <a:xfrm flipH="1">
            <a:off x="2831450" y="1675172"/>
            <a:ext cx="8524122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3400" b="1" dirty="0"/>
              <a:t>LOS MERCADOS CON HHI = 10.000</a:t>
            </a:r>
          </a:p>
          <a:p>
            <a:pPr algn="ctr"/>
            <a:r>
              <a:rPr lang="es-CO" sz="3400" b="1" dirty="0"/>
              <a:t>186 MERCADOS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4D85A59F-E8A6-4669-96F0-3476E634B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357201"/>
              </p:ext>
            </p:extLst>
          </p:nvPr>
        </p:nvGraphicFramePr>
        <p:xfrm>
          <a:off x="366823" y="1678883"/>
          <a:ext cx="13896753" cy="5764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4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14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68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5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169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649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 dirty="0" err="1"/>
                        <a:t>Año</a:t>
                      </a:r>
                      <a:endParaRPr sz="1500" dirty="0"/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HHI Bogotá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Inversión Total (COP)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Contratos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Proveedores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Interpretación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52.06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$48.88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220,407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148,363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Baja concentración / Competencia Alta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67.07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$54.93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254,631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176,303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Baja concentración / Competencia Alta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237.64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$37.04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133,739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93,504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Baja concentración / Competencia Alta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284.25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$57.86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147,683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102,067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Baja concentración / Competencia Alta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2,043.56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$90.04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136,994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102,189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Moderada (Pico Convenios Metro L2 y TM)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68.49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$39.99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153,178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110,104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Baja concentración / Competencia Alta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42.43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$34.82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169,567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120,766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Baja concentración / Competencia Alta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185.25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$52.46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172,012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123,849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Baja </a:t>
                      </a:r>
                      <a:r>
                        <a:rPr sz="1500" dirty="0" err="1"/>
                        <a:t>concentración</a:t>
                      </a:r>
                      <a:r>
                        <a:rPr sz="1500" dirty="0"/>
                        <a:t> / </a:t>
                      </a:r>
                      <a:r>
                        <a:rPr sz="1500" dirty="0" err="1"/>
                        <a:t>Competencia</a:t>
                      </a:r>
                      <a:r>
                        <a:rPr sz="1500" dirty="0"/>
                        <a:t> Alta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7649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2,129.11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$19.19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97,765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90,499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 err="1"/>
                        <a:t>Moderada</a:t>
                      </a:r>
                      <a:r>
                        <a:rPr sz="1500" dirty="0"/>
                        <a:t> (</a:t>
                      </a:r>
                      <a:r>
                        <a:rPr sz="1500" dirty="0" err="1"/>
                        <a:t>Megaconcesión</a:t>
                      </a:r>
                      <a:r>
                        <a:rPr sz="1500" dirty="0"/>
                        <a:t> ANI)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TextBox 1">
            <a:extLst>
              <a:ext uri="{FF2B5EF4-FFF2-40B4-BE49-F238E27FC236}">
                <a16:creationId xmlns:a16="http://schemas.microsoft.com/office/drawing/2014/main" id="{E5A0B87B-B07F-4066-BA49-18F715E8EF5D}"/>
              </a:ext>
            </a:extLst>
          </p:cNvPr>
          <p:cNvSpPr txBox="1"/>
          <p:nvPr/>
        </p:nvSpPr>
        <p:spPr>
          <a:xfrm>
            <a:off x="457200" y="674001"/>
            <a:ext cx="112772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Helvetica"/>
              </a:defRPr>
            </a:pPr>
            <a:r>
              <a:rPr sz="3000" dirty="0" err="1"/>
              <a:t>Evolución</a:t>
            </a:r>
            <a:r>
              <a:rPr sz="3000" dirty="0"/>
              <a:t> del HHI Solo </a:t>
            </a:r>
            <a:r>
              <a:rPr sz="3000" dirty="0" err="1"/>
              <a:t>en</a:t>
            </a:r>
            <a:r>
              <a:rPr sz="3000" dirty="0"/>
              <a:t> Bogotá D.C. (Municipio </a:t>
            </a:r>
            <a:r>
              <a:rPr sz="3000" dirty="0" err="1"/>
              <a:t>Completo</a:t>
            </a:r>
            <a:r>
              <a:rPr sz="3000" dirty="0"/>
              <a:t>)</a:t>
            </a:r>
          </a:p>
        </p:txBody>
      </p:sp>
      <p:pic>
        <p:nvPicPr>
          <p:cNvPr id="4" name="Picture 1" descr="slide_13.png">
            <a:extLst>
              <a:ext uri="{FF2B5EF4-FFF2-40B4-BE49-F238E27FC236}">
                <a16:creationId xmlns:a16="http://schemas.microsoft.com/office/drawing/2014/main" id="{32CE127D-B440-4853-8B0F-F82DF8DB5A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3268"/>
          <a:stretch/>
        </p:blipFill>
        <p:spPr>
          <a:xfrm>
            <a:off x="0" y="0"/>
            <a:ext cx="14630400" cy="55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421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854A17A6-3E36-402B-85C2-F16BD91C0A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341640"/>
              </p:ext>
            </p:extLst>
          </p:nvPr>
        </p:nvGraphicFramePr>
        <p:xfrm>
          <a:off x="457199" y="1188719"/>
          <a:ext cx="13545880" cy="6456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9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8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5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2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2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376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112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979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Año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Orden Entidad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HHI Promedio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Municipios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Contratos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Inversión Total (COP)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Proveedores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2,145.84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183,969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$37.16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125,896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1,047.54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895,886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$63.52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417,526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2,002.97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212,493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$55.25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145,722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1,291.19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966,889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$78.12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445,336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1,752.16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155,432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$36.63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112,277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881.55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968,957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$63.67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434,105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1,727.96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177,179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$59.53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125,118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994.16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1,100,656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$74.17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485,828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2,336.49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169,935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$50.91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125,546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1,098.89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914,060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$114.48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467,375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2,800.75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202,271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$39.62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135,604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1,213.17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748,330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$72.17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385,045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2,217.48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222,109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$43.25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160,027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881.05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721,323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$62.61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374,462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2,809.30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240,476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$57.54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162,427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1,147.46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789,752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$96.17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406,075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2,189.69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133,738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$20.50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125,174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39794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1,237.99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364,432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$24.25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316,779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3" name="TextBox 1">
            <a:extLst>
              <a:ext uri="{FF2B5EF4-FFF2-40B4-BE49-F238E27FC236}">
                <a16:creationId xmlns:a16="http://schemas.microsoft.com/office/drawing/2014/main" id="{BF7D0E2F-DD50-4F49-8C83-C90403A592AC}"/>
              </a:ext>
            </a:extLst>
          </p:cNvPr>
          <p:cNvSpPr txBox="1"/>
          <p:nvPr/>
        </p:nvSpPr>
        <p:spPr>
          <a:xfrm>
            <a:off x="457200" y="312494"/>
            <a:ext cx="1127729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Helvetica"/>
              </a:defRPr>
            </a:pPr>
            <a:r>
              <a:rPr dirty="0"/>
              <a:t>HHI por Orden de </a:t>
            </a:r>
            <a:r>
              <a:rPr dirty="0" err="1"/>
              <a:t>Entidad</a:t>
            </a:r>
            <a:r>
              <a:rPr dirty="0"/>
              <a:t> (CON ATÍPICOS)</a:t>
            </a:r>
          </a:p>
        </p:txBody>
      </p:sp>
    </p:spTree>
    <p:extLst>
      <p:ext uri="{BB962C8B-B14F-4D97-AF65-F5344CB8AC3E}">
        <p14:creationId xmlns:p14="http://schemas.microsoft.com/office/powerpoint/2010/main" val="1873475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4CE5FE3-52B9-45B4-A0D6-B625223417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970846"/>
              </p:ext>
            </p:extLst>
          </p:nvPr>
        </p:nvGraphicFramePr>
        <p:xfrm>
          <a:off x="457200" y="1188719"/>
          <a:ext cx="13641572" cy="6636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79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5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35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84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970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930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Año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Orden Entidad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HHI Promedio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Municipios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Contratos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Inversión Total (COP)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rPr sz="1500"/>
                        <a:t>Proveedores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1,831.76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180,310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$8.56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124,731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479.11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888,735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$20.23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414,431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1,719.69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208,480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$10.38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144,466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573.36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959,094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$25.63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441,892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1,506.37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150,792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$7.49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110,874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378.69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962,342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$19.11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432,067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1,540.44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172,653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$8.32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123,733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444.81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1,092,427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$26.63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483,197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2,145.48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166,517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$9.18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124,337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466.87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906,662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$26.29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464,313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2,584.11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199,420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$10.33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134,676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640.67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741,672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$26.62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382,360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1,972.38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217,814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$13.14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158,733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574.28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716,163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$23.35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372,833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2,473.67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237,129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$14.77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161,463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643.42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782,807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$31.85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404,074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49307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NACIONAL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1,910.58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132,597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$6.81 Billones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124,575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49316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2026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TERRITORIAL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764.72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1,067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360,568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/>
                        <a:t>$10.81 Billones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334155"/>
                          </a:solidFill>
                          <a:latin typeface="Helvetica"/>
                        </a:defRPr>
                      </a:pPr>
                      <a:r>
                        <a:rPr sz="1500" dirty="0"/>
                        <a:t>314,817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3" name="TextBox 1">
            <a:extLst>
              <a:ext uri="{FF2B5EF4-FFF2-40B4-BE49-F238E27FC236}">
                <a16:creationId xmlns:a16="http://schemas.microsoft.com/office/drawing/2014/main" id="{DDDA3B3D-E6ED-4F69-9618-7C7A9A7DBE8D}"/>
              </a:ext>
            </a:extLst>
          </p:cNvPr>
          <p:cNvSpPr txBox="1"/>
          <p:nvPr/>
        </p:nvSpPr>
        <p:spPr>
          <a:xfrm>
            <a:off x="457200" y="312494"/>
            <a:ext cx="1127729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Helvetica"/>
              </a:defRPr>
            </a:pPr>
            <a:r>
              <a:rPr dirty="0"/>
              <a:t>HHI por Orden de </a:t>
            </a:r>
            <a:r>
              <a:rPr dirty="0" err="1"/>
              <a:t>Entidad</a:t>
            </a:r>
            <a:r>
              <a:rPr dirty="0"/>
              <a:t> (SIN ATÍPICOS)</a:t>
            </a:r>
          </a:p>
        </p:txBody>
      </p:sp>
    </p:spTree>
    <p:extLst>
      <p:ext uri="{BB962C8B-B14F-4D97-AF65-F5344CB8AC3E}">
        <p14:creationId xmlns:p14="http://schemas.microsoft.com/office/powerpoint/2010/main" val="4180006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3C696CC-17FD-4CD4-87F7-BEE1121887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4" r="2035"/>
          <a:stretch/>
        </p:blipFill>
        <p:spPr>
          <a:xfrm>
            <a:off x="29560" y="296243"/>
            <a:ext cx="14571280" cy="793335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9F96465-9EF9-4669-A9CC-CD628CB46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-74428"/>
            <a:ext cx="14630400" cy="61921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5.png"/>
          <p:cNvPicPr>
            <a:picLocks noChangeAspect="1"/>
          </p:cNvPicPr>
          <p:nvPr/>
        </p:nvPicPr>
        <p:blipFill rotWithShape="1">
          <a:blip r:embed="rId2"/>
          <a:srcRect b="74935"/>
          <a:stretch/>
        </p:blipFill>
        <p:spPr>
          <a:xfrm>
            <a:off x="0" y="-21266"/>
            <a:ext cx="14630400" cy="2062717"/>
          </a:xfrm>
          <a:prstGeom prst="rect">
            <a:avLst/>
          </a:prstGeom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7D11CAA-0497-41CD-9799-213A537A7AC0}"/>
              </a:ext>
            </a:extLst>
          </p:cNvPr>
          <p:cNvSpPr/>
          <p:nvPr/>
        </p:nvSpPr>
        <p:spPr>
          <a:xfrm>
            <a:off x="691115" y="3009014"/>
            <a:ext cx="3944679" cy="2913321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4" name="Picture 1" descr="slide_15.png">
            <a:extLst>
              <a:ext uri="{FF2B5EF4-FFF2-40B4-BE49-F238E27FC236}">
                <a16:creationId xmlns:a16="http://schemas.microsoft.com/office/drawing/2014/main" id="{44D8BDF3-E775-48A1-B868-A19D920B95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7836"/>
          <a:stretch/>
        </p:blipFill>
        <p:spPr>
          <a:xfrm>
            <a:off x="-1" y="6251944"/>
            <a:ext cx="14327963" cy="1786270"/>
          </a:xfrm>
          <a:prstGeom prst="rect">
            <a:avLst/>
          </a:prstGeom>
        </p:spPr>
      </p:pic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95B9B52-C301-493D-9FD4-D167864A8C86}"/>
              </a:ext>
            </a:extLst>
          </p:cNvPr>
          <p:cNvSpPr/>
          <p:nvPr/>
        </p:nvSpPr>
        <p:spPr>
          <a:xfrm>
            <a:off x="5443871" y="3009013"/>
            <a:ext cx="3944678" cy="2913321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F65BD16-86E7-4052-87B6-36BC4DD5D436}"/>
              </a:ext>
            </a:extLst>
          </p:cNvPr>
          <p:cNvSpPr/>
          <p:nvPr/>
        </p:nvSpPr>
        <p:spPr>
          <a:xfrm>
            <a:off x="10302947" y="3009012"/>
            <a:ext cx="3838355" cy="2913321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B2FA994-6550-436E-8DAC-7FAB36EF73AB}"/>
              </a:ext>
            </a:extLst>
          </p:cNvPr>
          <p:cNvSpPr txBox="1"/>
          <p:nvPr/>
        </p:nvSpPr>
        <p:spPr>
          <a:xfrm>
            <a:off x="988828" y="3519377"/>
            <a:ext cx="324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>
                <a:solidFill>
                  <a:srgbClr val="996633"/>
                </a:solidFill>
              </a:rPr>
              <a:t>SESGO GEOGRÁFICO DEL SECOP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1226A9-D5DE-495C-AFF2-E36F21A8CDFC}"/>
              </a:ext>
            </a:extLst>
          </p:cNvPr>
          <p:cNvSpPr txBox="1"/>
          <p:nvPr/>
        </p:nvSpPr>
        <p:spPr>
          <a:xfrm>
            <a:off x="5847905" y="3526833"/>
            <a:ext cx="3242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996633"/>
                </a:solidFill>
              </a:defRPr>
            </a:lvl1pPr>
          </a:lstStyle>
          <a:p>
            <a:r>
              <a:rPr lang="es-CO" dirty="0"/>
              <a:t>CONCENTRACIÓN DEL VALOR, NO DE COMPETENCIA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42CE66D-8BC2-4801-877B-65A51544FE40}"/>
              </a:ext>
            </a:extLst>
          </p:cNvPr>
          <p:cNvSpPr txBox="1"/>
          <p:nvPr/>
        </p:nvSpPr>
        <p:spPr>
          <a:xfrm>
            <a:off x="10653821" y="3487111"/>
            <a:ext cx="324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996633"/>
                </a:solidFill>
              </a:defRPr>
            </a:lvl1pPr>
          </a:lstStyle>
          <a:p>
            <a:r>
              <a:rPr lang="es-CO" dirty="0"/>
              <a:t>RESTRICCIÓN LEGAL DANE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E583C3B-C984-4C8E-B9B7-ABA859E6AF66}"/>
              </a:ext>
            </a:extLst>
          </p:cNvPr>
          <p:cNvSpPr txBox="1"/>
          <p:nvPr/>
        </p:nvSpPr>
        <p:spPr>
          <a:xfrm>
            <a:off x="5847905" y="4433406"/>
            <a:ext cx="32429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dirty="0"/>
              <a:t>El HHI no mide número de oferentes ni pluralidad real de propuestas.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1145664-0B8E-45F9-9511-FF5433E8E8E2}"/>
              </a:ext>
            </a:extLst>
          </p:cNvPr>
          <p:cNvSpPr txBox="1"/>
          <p:nvPr/>
        </p:nvSpPr>
        <p:spPr>
          <a:xfrm>
            <a:off x="1141228" y="4433406"/>
            <a:ext cx="32429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dirty="0"/>
              <a:t>DIVIPOLA presenta la entidad contratante, no el lugar de ejecución del contrato.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2DEA497-93B2-4113-852A-A01B6B6250C2}"/>
              </a:ext>
            </a:extLst>
          </p:cNvPr>
          <p:cNvSpPr txBox="1"/>
          <p:nvPr/>
        </p:nvSpPr>
        <p:spPr>
          <a:xfrm>
            <a:off x="10600659" y="4394049"/>
            <a:ext cx="3242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dirty="0"/>
              <a:t>No se cruza el NIT con las personas del censo.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749</Words>
  <Application>Microsoft Office PowerPoint</Application>
  <PresentationFormat>Personalizado</PresentationFormat>
  <Paragraphs>459</Paragraphs>
  <Slides>21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5" baseType="lpstr">
      <vt:lpstr>Arial</vt:lpstr>
      <vt:lpstr>Calibri</vt:lpstr>
      <vt:lpstr>Helvetica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Lizeth Villamil</cp:lastModifiedBy>
  <cp:revision>4</cp:revision>
  <dcterms:created xsi:type="dcterms:W3CDTF">2013-01-27T09:14:16Z</dcterms:created>
  <dcterms:modified xsi:type="dcterms:W3CDTF">2026-05-29T00:21:11Z</dcterms:modified>
  <cp:category/>
</cp:coreProperties>
</file>