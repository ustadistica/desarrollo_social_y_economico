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 Villamil" userId="7f1d5a2d04cd23c6" providerId="LiveId" clId="{5558CAA4-8293-46B0-B41B-9C986AAC7EC2}"/>
    <pc:docChg chg="undo custSel modSld">
      <pc:chgData name="Lizeth Villamil" userId="7f1d5a2d04cd23c6" providerId="LiveId" clId="{5558CAA4-8293-46B0-B41B-9C986AAC7EC2}" dt="2026-05-28T03:55:23.375" v="479" actId="20577"/>
      <pc:docMkLst>
        <pc:docMk/>
      </pc:docMkLst>
      <pc:sldChg chg="addSp modSp mod">
        <pc:chgData name="Lizeth Villamil" userId="7f1d5a2d04cd23c6" providerId="LiveId" clId="{5558CAA4-8293-46B0-B41B-9C986AAC7EC2}" dt="2026-05-28T03:23:01.421" v="18" actId="14100"/>
        <pc:sldMkLst>
          <pc:docMk/>
          <pc:sldMk cId="0" sldId="259"/>
        </pc:sldMkLst>
        <pc:picChg chg="mod modCrop">
          <ac:chgData name="Lizeth Villamil" userId="7f1d5a2d04cd23c6" providerId="LiveId" clId="{5558CAA4-8293-46B0-B41B-9C986AAC7EC2}" dt="2026-05-28T03:22:35.409" v="12" actId="14100"/>
          <ac:picMkLst>
            <pc:docMk/>
            <pc:sldMk cId="0" sldId="259"/>
            <ac:picMk id="2" creationId="{00000000-0000-0000-0000-000000000000}"/>
          </ac:picMkLst>
        </pc:picChg>
        <pc:picChg chg="add mod modCrop">
          <ac:chgData name="Lizeth Villamil" userId="7f1d5a2d04cd23c6" providerId="LiveId" clId="{5558CAA4-8293-46B0-B41B-9C986AAC7EC2}" dt="2026-05-28T03:22:38.872" v="13" actId="1076"/>
          <ac:picMkLst>
            <pc:docMk/>
            <pc:sldMk cId="0" sldId="259"/>
            <ac:picMk id="3" creationId="{77E01794-613B-409A-9BAF-BE68A2994FD5}"/>
          </ac:picMkLst>
        </pc:picChg>
        <pc:picChg chg="add mod modCrop">
          <ac:chgData name="Lizeth Villamil" userId="7f1d5a2d04cd23c6" providerId="LiveId" clId="{5558CAA4-8293-46B0-B41B-9C986AAC7EC2}" dt="2026-05-28T03:23:01.421" v="18" actId="14100"/>
          <ac:picMkLst>
            <pc:docMk/>
            <pc:sldMk cId="0" sldId="259"/>
            <ac:picMk id="4" creationId="{7BC56EAF-B429-40D0-BFE9-41CFF7538B49}"/>
          </ac:picMkLst>
        </pc:picChg>
      </pc:sldChg>
      <pc:sldChg chg="addSp delSp modSp mod">
        <pc:chgData name="Lizeth Villamil" userId="7f1d5a2d04cd23c6" providerId="LiveId" clId="{5558CAA4-8293-46B0-B41B-9C986AAC7EC2}" dt="2026-05-28T03:29:03.310" v="40" actId="1076"/>
        <pc:sldMkLst>
          <pc:docMk/>
          <pc:sldMk cId="0" sldId="269"/>
        </pc:sldMkLst>
        <pc:spChg chg="add del mod">
          <ac:chgData name="Lizeth Villamil" userId="7f1d5a2d04cd23c6" providerId="LiveId" clId="{5558CAA4-8293-46B0-B41B-9C986AAC7EC2}" dt="2026-05-28T03:26:20.897" v="22" actId="478"/>
          <ac:spMkLst>
            <pc:docMk/>
            <pc:sldMk cId="0" sldId="269"/>
            <ac:spMk id="3" creationId="{EA3DE743-9124-4EAF-812C-B58412ED99E3}"/>
          </ac:spMkLst>
        </pc:spChg>
        <pc:picChg chg="del">
          <ac:chgData name="Lizeth Villamil" userId="7f1d5a2d04cd23c6" providerId="LiveId" clId="{5558CAA4-8293-46B0-B41B-9C986AAC7EC2}" dt="2026-05-28T03:26:15.727" v="19" actId="478"/>
          <ac:picMkLst>
            <pc:docMk/>
            <pc:sldMk cId="0" sldId="269"/>
            <ac:picMk id="2" creationId="{00000000-0000-0000-0000-000000000000}"/>
          </ac:picMkLst>
        </pc:picChg>
        <pc:picChg chg="add mod modCrop">
          <ac:chgData name="Lizeth Villamil" userId="7f1d5a2d04cd23c6" providerId="LiveId" clId="{5558CAA4-8293-46B0-B41B-9C986AAC7EC2}" dt="2026-05-28T03:29:03.310" v="40" actId="1076"/>
          <ac:picMkLst>
            <pc:docMk/>
            <pc:sldMk cId="0" sldId="269"/>
            <ac:picMk id="5" creationId="{E3C696CC-17FD-4CD4-87F7-BEE1121887DA}"/>
          </ac:picMkLst>
        </pc:picChg>
        <pc:picChg chg="add mod">
          <ac:chgData name="Lizeth Villamil" userId="7f1d5a2d04cd23c6" providerId="LiveId" clId="{5558CAA4-8293-46B0-B41B-9C986AAC7EC2}" dt="2026-05-28T03:28:38.590" v="35" actId="14100"/>
          <ac:picMkLst>
            <pc:docMk/>
            <pc:sldMk cId="0" sldId="269"/>
            <ac:picMk id="7" creationId="{F9F96465-9EF9-4669-A9CC-CD628CB4634E}"/>
          </ac:picMkLst>
        </pc:picChg>
      </pc:sldChg>
      <pc:sldChg chg="addSp modSp mod">
        <pc:chgData name="Lizeth Villamil" userId="7f1d5a2d04cd23c6" providerId="LiveId" clId="{5558CAA4-8293-46B0-B41B-9C986AAC7EC2}" dt="2026-05-28T03:55:23.375" v="479" actId="20577"/>
        <pc:sldMkLst>
          <pc:docMk/>
          <pc:sldMk cId="0" sldId="270"/>
        </pc:sldMkLst>
        <pc:spChg chg="add mod">
          <ac:chgData name="Lizeth Villamil" userId="7f1d5a2d04cd23c6" providerId="LiveId" clId="{5558CAA4-8293-46B0-B41B-9C986AAC7EC2}" dt="2026-05-28T03:47:21.093" v="67" actId="14100"/>
          <ac:spMkLst>
            <pc:docMk/>
            <pc:sldMk cId="0" sldId="270"/>
            <ac:spMk id="3" creationId="{07D11CAA-0497-41CD-9799-213A537A7AC0}"/>
          </ac:spMkLst>
        </pc:spChg>
        <pc:spChg chg="add mod">
          <ac:chgData name="Lizeth Villamil" userId="7f1d5a2d04cd23c6" providerId="LiveId" clId="{5558CAA4-8293-46B0-B41B-9C986AAC7EC2}" dt="2026-05-28T03:49:32.444" v="107" actId="14100"/>
          <ac:spMkLst>
            <pc:docMk/>
            <pc:sldMk cId="0" sldId="270"/>
            <ac:spMk id="5" creationId="{995B9B52-C301-493D-9FD4-D167864A8C86}"/>
          </ac:spMkLst>
        </pc:spChg>
        <pc:spChg chg="add mod">
          <ac:chgData name="Lizeth Villamil" userId="7f1d5a2d04cd23c6" providerId="LiveId" clId="{5558CAA4-8293-46B0-B41B-9C986AAC7EC2}" dt="2026-05-28T03:49:25.334" v="106" actId="14100"/>
          <ac:spMkLst>
            <pc:docMk/>
            <pc:sldMk cId="0" sldId="270"/>
            <ac:spMk id="6" creationId="{BF65BD16-86E7-4052-87B6-36BC4DD5D436}"/>
          </ac:spMkLst>
        </pc:spChg>
        <pc:spChg chg="add mod">
          <ac:chgData name="Lizeth Villamil" userId="7f1d5a2d04cd23c6" providerId="LiveId" clId="{5558CAA4-8293-46B0-B41B-9C986AAC7EC2}" dt="2026-05-28T03:51:40.949" v="325" actId="207"/>
          <ac:spMkLst>
            <pc:docMk/>
            <pc:sldMk cId="0" sldId="270"/>
            <ac:spMk id="7" creationId="{BB2FA994-6550-436E-8DAC-7FAB36EF73AB}"/>
          </ac:spMkLst>
        </pc:spChg>
        <pc:spChg chg="add mod">
          <ac:chgData name="Lizeth Villamil" userId="7f1d5a2d04cd23c6" providerId="LiveId" clId="{5558CAA4-8293-46B0-B41B-9C986AAC7EC2}" dt="2026-05-28T03:52:42.234" v="326" actId="108"/>
          <ac:spMkLst>
            <pc:docMk/>
            <pc:sldMk cId="0" sldId="270"/>
            <ac:spMk id="8" creationId="{DD1226A9-D5DE-495C-AFF2-E36F21A8CDFC}"/>
          </ac:spMkLst>
        </pc:spChg>
        <pc:spChg chg="add mod">
          <ac:chgData name="Lizeth Villamil" userId="7f1d5a2d04cd23c6" providerId="LiveId" clId="{5558CAA4-8293-46B0-B41B-9C986AAC7EC2}" dt="2026-05-28T03:52:51.574" v="327" actId="108"/>
          <ac:spMkLst>
            <pc:docMk/>
            <pc:sldMk cId="0" sldId="270"/>
            <ac:spMk id="9" creationId="{B42CE66D-8BC2-4801-877B-65A51544FE40}"/>
          </ac:spMkLst>
        </pc:spChg>
        <pc:spChg chg="add mod">
          <ac:chgData name="Lizeth Villamil" userId="7f1d5a2d04cd23c6" providerId="LiveId" clId="{5558CAA4-8293-46B0-B41B-9C986AAC7EC2}" dt="2026-05-28T03:54:39.655" v="427" actId="20577"/>
          <ac:spMkLst>
            <pc:docMk/>
            <pc:sldMk cId="0" sldId="270"/>
            <ac:spMk id="10" creationId="{EE583C3B-C984-4C8E-B9B7-ABA859E6AF66}"/>
          </ac:spMkLst>
        </pc:spChg>
        <pc:spChg chg="add mod">
          <ac:chgData name="Lizeth Villamil" userId="7f1d5a2d04cd23c6" providerId="LiveId" clId="{5558CAA4-8293-46B0-B41B-9C986AAC7EC2}" dt="2026-05-28T03:53:16.621" v="329"/>
          <ac:spMkLst>
            <pc:docMk/>
            <pc:sldMk cId="0" sldId="270"/>
            <ac:spMk id="11" creationId="{71145664-0B8E-45F9-9511-FF5433E8E8E2}"/>
          </ac:spMkLst>
        </pc:spChg>
        <pc:spChg chg="add mod">
          <ac:chgData name="Lizeth Villamil" userId="7f1d5a2d04cd23c6" providerId="LiveId" clId="{5558CAA4-8293-46B0-B41B-9C986AAC7EC2}" dt="2026-05-28T03:55:23.375" v="479" actId="20577"/>
          <ac:spMkLst>
            <pc:docMk/>
            <pc:sldMk cId="0" sldId="270"/>
            <ac:spMk id="12" creationId="{62DEA497-93B2-4113-852A-A01B6B6250C2}"/>
          </ac:spMkLst>
        </pc:spChg>
        <pc:picChg chg="mod modCrop">
          <ac:chgData name="Lizeth Villamil" userId="7f1d5a2d04cd23c6" providerId="LiveId" clId="{5558CAA4-8293-46B0-B41B-9C986AAC7EC2}" dt="2026-05-28T03:43:39.429" v="43" actId="732"/>
          <ac:picMkLst>
            <pc:docMk/>
            <pc:sldMk cId="0" sldId="270"/>
            <ac:picMk id="2" creationId="{00000000-0000-0000-0000-000000000000}"/>
          </ac:picMkLst>
        </pc:picChg>
        <pc:picChg chg="add mod modCrop">
          <ac:chgData name="Lizeth Villamil" userId="7f1d5a2d04cd23c6" providerId="LiveId" clId="{5558CAA4-8293-46B0-B41B-9C986AAC7EC2}" dt="2026-05-28T03:47:10.960" v="66" actId="732"/>
          <ac:picMkLst>
            <pc:docMk/>
            <pc:sldMk cId="0" sldId="270"/>
            <ac:picMk id="4" creationId="{44D8BDF3-E775-48A1-B868-A19D920B95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 rotWithShape="1">
          <a:blip r:embed="rId2"/>
          <a:srcRect b="71903"/>
          <a:stretch/>
        </p:blipFill>
        <p:spPr>
          <a:xfrm>
            <a:off x="0" y="-95692"/>
            <a:ext cx="14630400" cy="2300514"/>
          </a:xfrm>
          <a:prstGeom prst="rect">
            <a:avLst/>
          </a:prstGeom>
        </p:spPr>
      </p:pic>
      <p:pic>
        <p:nvPicPr>
          <p:cNvPr id="3" name="Picture 1" descr="slide_04.png">
            <a:extLst>
              <a:ext uri="{FF2B5EF4-FFF2-40B4-BE49-F238E27FC236}">
                <a16:creationId xmlns:a16="http://schemas.microsoft.com/office/drawing/2014/main" id="{77E01794-613B-409A-9BAF-BE68A2994F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206" r="12140" b="25926"/>
          <a:stretch/>
        </p:blipFill>
        <p:spPr>
          <a:xfrm>
            <a:off x="813391" y="2753832"/>
            <a:ext cx="13003618" cy="3402419"/>
          </a:xfrm>
          <a:prstGeom prst="rect">
            <a:avLst/>
          </a:prstGeom>
        </p:spPr>
      </p:pic>
      <p:pic>
        <p:nvPicPr>
          <p:cNvPr id="4" name="Picture 1" descr="slide_04.png">
            <a:extLst>
              <a:ext uri="{FF2B5EF4-FFF2-40B4-BE49-F238E27FC236}">
                <a16:creationId xmlns:a16="http://schemas.microsoft.com/office/drawing/2014/main" id="{7BC56EAF-B429-40D0-BFE9-41CFF7538B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204"/>
          <a:stretch/>
        </p:blipFill>
        <p:spPr>
          <a:xfrm>
            <a:off x="340241" y="6581552"/>
            <a:ext cx="14290159" cy="1648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3C696CC-17FD-4CD4-87F7-BEE1121887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4" r="2035"/>
          <a:stretch/>
        </p:blipFill>
        <p:spPr>
          <a:xfrm>
            <a:off x="29560" y="296243"/>
            <a:ext cx="14571280" cy="793335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9F96465-9EF9-4669-A9CC-CD628CB46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74428"/>
            <a:ext cx="14630400" cy="6192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 rotWithShape="1">
          <a:blip r:embed="rId2"/>
          <a:srcRect b="74935"/>
          <a:stretch/>
        </p:blipFill>
        <p:spPr>
          <a:xfrm>
            <a:off x="0" y="-21266"/>
            <a:ext cx="14630400" cy="2062717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7D11CAA-0497-41CD-9799-213A537A7AC0}"/>
              </a:ext>
            </a:extLst>
          </p:cNvPr>
          <p:cNvSpPr/>
          <p:nvPr/>
        </p:nvSpPr>
        <p:spPr>
          <a:xfrm>
            <a:off x="691115" y="3009014"/>
            <a:ext cx="3944679" cy="2913321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Picture 1" descr="slide_15.png">
            <a:extLst>
              <a:ext uri="{FF2B5EF4-FFF2-40B4-BE49-F238E27FC236}">
                <a16:creationId xmlns:a16="http://schemas.microsoft.com/office/drawing/2014/main" id="{44D8BDF3-E775-48A1-B868-A19D920B95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836"/>
          <a:stretch/>
        </p:blipFill>
        <p:spPr>
          <a:xfrm>
            <a:off x="-1" y="6251944"/>
            <a:ext cx="14327963" cy="178627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95B9B52-C301-493D-9FD4-D167864A8C86}"/>
              </a:ext>
            </a:extLst>
          </p:cNvPr>
          <p:cNvSpPr/>
          <p:nvPr/>
        </p:nvSpPr>
        <p:spPr>
          <a:xfrm>
            <a:off x="5443871" y="3009013"/>
            <a:ext cx="3944678" cy="2913321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F65BD16-86E7-4052-87B6-36BC4DD5D436}"/>
              </a:ext>
            </a:extLst>
          </p:cNvPr>
          <p:cNvSpPr/>
          <p:nvPr/>
        </p:nvSpPr>
        <p:spPr>
          <a:xfrm>
            <a:off x="10302947" y="3009012"/>
            <a:ext cx="3838355" cy="2913321"/>
          </a:xfrm>
          <a:prstGeom prst="round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B2FA994-6550-436E-8DAC-7FAB36EF73AB}"/>
              </a:ext>
            </a:extLst>
          </p:cNvPr>
          <p:cNvSpPr txBox="1"/>
          <p:nvPr/>
        </p:nvSpPr>
        <p:spPr>
          <a:xfrm>
            <a:off x="988828" y="3519377"/>
            <a:ext cx="324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996633"/>
                </a:solidFill>
              </a:rPr>
              <a:t>SESGO GEOGRÁFICO DEL SECOP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1226A9-D5DE-495C-AFF2-E36F21A8CDFC}"/>
              </a:ext>
            </a:extLst>
          </p:cNvPr>
          <p:cNvSpPr txBox="1"/>
          <p:nvPr/>
        </p:nvSpPr>
        <p:spPr>
          <a:xfrm>
            <a:off x="5847905" y="3526833"/>
            <a:ext cx="324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996633"/>
                </a:solidFill>
              </a:defRPr>
            </a:lvl1pPr>
          </a:lstStyle>
          <a:p>
            <a:r>
              <a:rPr lang="es-CO" dirty="0"/>
              <a:t>CONCENTRACIÓN DEL VALOR, NO DE COMPETENCIA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2CE66D-8BC2-4801-877B-65A51544FE40}"/>
              </a:ext>
            </a:extLst>
          </p:cNvPr>
          <p:cNvSpPr txBox="1"/>
          <p:nvPr/>
        </p:nvSpPr>
        <p:spPr>
          <a:xfrm>
            <a:off x="10653821" y="3487111"/>
            <a:ext cx="324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996633"/>
                </a:solidFill>
              </a:defRPr>
            </a:lvl1pPr>
          </a:lstStyle>
          <a:p>
            <a:r>
              <a:rPr lang="es-CO" dirty="0"/>
              <a:t>RESTRICCIÓN LEGAL DANE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583C3B-C984-4C8E-B9B7-ABA859E6AF66}"/>
              </a:ext>
            </a:extLst>
          </p:cNvPr>
          <p:cNvSpPr txBox="1"/>
          <p:nvPr/>
        </p:nvSpPr>
        <p:spPr>
          <a:xfrm>
            <a:off x="5847905" y="4433406"/>
            <a:ext cx="3242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El HHI no mide número de oferentes ni pluralidad real de propuestas.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145664-0B8E-45F9-9511-FF5433E8E8E2}"/>
              </a:ext>
            </a:extLst>
          </p:cNvPr>
          <p:cNvSpPr txBox="1"/>
          <p:nvPr/>
        </p:nvSpPr>
        <p:spPr>
          <a:xfrm>
            <a:off x="1141228" y="4433406"/>
            <a:ext cx="3242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DIVIPOLA presenta la entidad contratante, no el lugar de ejecución del contrato.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2DEA497-93B2-4113-852A-A01B6B6250C2}"/>
              </a:ext>
            </a:extLst>
          </p:cNvPr>
          <p:cNvSpPr txBox="1"/>
          <p:nvPr/>
        </p:nvSpPr>
        <p:spPr>
          <a:xfrm>
            <a:off x="10600659" y="4394049"/>
            <a:ext cx="324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No se cruza el NIT con las personas del censo.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52</Words>
  <Application>Microsoft Office PowerPoint</Application>
  <PresentationFormat>Personalizado</PresentationFormat>
  <Paragraphs>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Lizeth Villamil</cp:lastModifiedBy>
  <cp:revision>3</cp:revision>
  <dcterms:created xsi:type="dcterms:W3CDTF">2013-01-27T09:14:16Z</dcterms:created>
  <dcterms:modified xsi:type="dcterms:W3CDTF">2026-05-28T03:55:30Z</dcterms:modified>
  <cp:category/>
</cp:coreProperties>
</file>